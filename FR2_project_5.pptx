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425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894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891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764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582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538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776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441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6332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768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6100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3191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4860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1741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5538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3241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3121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0251F-7557-4607-B758-02B930539ACA}" type="datetimeFigureOut">
              <a:rPr lang="hu-HU" smtClean="0"/>
              <a:t>2025. 12. 11.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CAD52-81BA-41BA-9A63-D67DA561D4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881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96D2B0-1A85-4EAC-BCC5-B15FA801D8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Irányjelző Vezérlőegység gombokkal szimulálva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F9FC7BD-7C1B-415B-8FEE-62B63DE15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555066"/>
            <a:ext cx="8791575" cy="702733"/>
          </a:xfrm>
        </p:spPr>
        <p:txBody>
          <a:bodyPr/>
          <a:lstStyle/>
          <a:p>
            <a:pPr algn="r"/>
            <a:r>
              <a:rPr lang="hu-HU" dirty="0"/>
              <a:t>Tervezte: </a:t>
            </a:r>
            <a:r>
              <a:rPr lang="hu-HU" dirty="0" err="1"/>
              <a:t>BorbIró</a:t>
            </a:r>
            <a:r>
              <a:rPr lang="hu-HU" dirty="0"/>
              <a:t> Dávid, Maczkó </a:t>
            </a:r>
            <a:r>
              <a:rPr lang="hu-HU" dirty="0" err="1"/>
              <a:t>márk</a:t>
            </a:r>
            <a:r>
              <a:rPr lang="hu-HU" dirty="0"/>
              <a:t> </a:t>
            </a:r>
            <a:r>
              <a:rPr lang="hu-HU" dirty="0" err="1"/>
              <a:t>soma</a:t>
            </a:r>
            <a:r>
              <a:rPr lang="hu-HU" dirty="0"/>
              <a:t>, Ádám </a:t>
            </a:r>
            <a:r>
              <a:rPr lang="hu-HU" dirty="0" err="1"/>
              <a:t>barnabás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6525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F58E0DEC-EC00-4F6A-BEB3-FF5BE8D49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21" y="914400"/>
            <a:ext cx="1048835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7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078935-D3BA-4705-B9B7-A7FE67BD8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Szoftver felépítése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78F8EC-1E2A-4CC0-A906-8D9EFB206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10898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hu-HU" sz="3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1454B87-4DB8-253F-4A26-3B6D29DFA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1" y="2097088"/>
            <a:ext cx="4478262" cy="414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9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9A5AC6-BB4E-4C90-9DA9-1FE47B66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irányjelző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C0E360-43F3-4E54-AC6B-053FA4B53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5800"/>
            <a:ext cx="9905999" cy="3835401"/>
          </a:xfrm>
        </p:spPr>
        <p:txBody>
          <a:bodyPr/>
          <a:lstStyle/>
          <a:p>
            <a:pPr>
              <a:buFontTx/>
              <a:buChar char="-"/>
            </a:pPr>
            <a:r>
              <a:rPr lang="hu-HU" sz="2800" dirty="0"/>
              <a:t>3 gomb: </a:t>
            </a:r>
          </a:p>
          <a:p>
            <a:pPr lvl="1">
              <a:buFontTx/>
              <a:buChar char="-"/>
            </a:pPr>
            <a:r>
              <a:rPr lang="hu-HU" sz="2400" dirty="0"/>
              <a:t>PB0-jobb index</a:t>
            </a:r>
          </a:p>
          <a:p>
            <a:pPr lvl="1">
              <a:buFontTx/>
              <a:buChar char="-"/>
            </a:pPr>
            <a:r>
              <a:rPr lang="hu-HU" sz="2400" dirty="0"/>
              <a:t>PB1-vészvillogó</a:t>
            </a:r>
          </a:p>
          <a:p>
            <a:pPr lvl="1">
              <a:buFontTx/>
              <a:buChar char="-"/>
            </a:pPr>
            <a:r>
              <a:rPr lang="hu-HU" sz="2400" dirty="0"/>
              <a:t>PB2-balindex</a:t>
            </a:r>
          </a:p>
          <a:p>
            <a:pPr>
              <a:buFontTx/>
              <a:buChar char="-"/>
            </a:pPr>
            <a:r>
              <a:rPr lang="hu-HU" sz="2800" dirty="0"/>
              <a:t>Használt LED-ek: PORTA és PORTD</a:t>
            </a:r>
          </a:p>
          <a:p>
            <a:pPr>
              <a:buFontTx/>
              <a:buChar char="-"/>
            </a:pPr>
            <a:r>
              <a:rPr lang="hu-HU" sz="2800" dirty="0"/>
              <a:t>1 lenyomásra 3x kell, hogy villogjon az index</a:t>
            </a:r>
            <a:endParaRPr lang="hu-HU" dirty="0"/>
          </a:p>
        </p:txBody>
      </p:sp>
      <p:pic>
        <p:nvPicPr>
          <p:cNvPr id="4" name="ezgif-80348da8b3545c28">
            <a:hlinkClick r:id="" action="ppaction://media"/>
            <a:extLst>
              <a:ext uri="{FF2B5EF4-FFF2-40B4-BE49-F238E27FC236}">
                <a16:creationId xmlns:a16="http://schemas.microsoft.com/office/drawing/2014/main" id="{D9D16EA9-FE24-3245-81CA-70761C7178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4411" y="618518"/>
            <a:ext cx="4876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1649F5-8E0E-482C-A584-BF3D93D1B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Vészvillogó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FDCEB8-DF72-49D7-87E4-99F44CA09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21934"/>
            <a:ext cx="9905999" cy="447886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hu-HU" sz="3200" dirty="0"/>
              <a:t>A jobb és a bal indexet egyszerre hívja meg</a:t>
            </a:r>
          </a:p>
          <a:p>
            <a:pPr>
              <a:buFontTx/>
              <a:buChar char="-"/>
            </a:pPr>
            <a:r>
              <a:rPr lang="hu-HU" sz="3200" dirty="0" err="1"/>
              <a:t>Toggle</a:t>
            </a:r>
            <a:endParaRPr lang="hu-HU" sz="3200" dirty="0"/>
          </a:p>
          <a:p>
            <a:pPr>
              <a:buFontTx/>
              <a:buChar char="-"/>
            </a:pPr>
            <a:r>
              <a:rPr lang="hu-HU" sz="3200" u="sng" dirty="0"/>
              <a:t>Automata vészvillogó</a:t>
            </a:r>
            <a:r>
              <a:rPr lang="hu-HU" sz="3200" dirty="0"/>
              <a:t>:</a:t>
            </a:r>
          </a:p>
          <a:p>
            <a:pPr lvl="1">
              <a:buFontTx/>
              <a:buChar char="-"/>
            </a:pPr>
            <a:r>
              <a:rPr lang="hu-HU" sz="2800" dirty="0"/>
              <a:t>Hirtelen lassulás hatására (megadott érték) bekapcsol a vészvillogó</a:t>
            </a:r>
          </a:p>
          <a:p>
            <a:pPr lvl="1">
              <a:buFontTx/>
              <a:buChar char="-"/>
            </a:pPr>
            <a:r>
              <a:rPr lang="hu-HU" sz="2800" dirty="0"/>
              <a:t>A járműsebesség változása alapján számoljuk ki a lassulást </a:t>
            </a:r>
          </a:p>
          <a:p>
            <a:pPr>
              <a:buFontTx/>
              <a:buChar char="-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6209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DB7A0C-B8EB-4370-86C2-D3C2D94FB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hu-HU" dirty="0"/>
              <a:t>CAN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A8EC2C-9029-4FC1-A1B2-E3C908AA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35" y="1080242"/>
            <a:ext cx="5495668" cy="5247822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hu-HU" sz="2800" u="sng" dirty="0"/>
              <a:t>Beolvasás:</a:t>
            </a:r>
            <a:r>
              <a:rPr lang="hu-HU" sz="2800" dirty="0"/>
              <a:t> kormányszög, sebességek, </a:t>
            </a:r>
            <a:r>
              <a:rPr lang="hu-HU" sz="2800" dirty="0" err="1"/>
              <a:t>cntbitek</a:t>
            </a:r>
            <a:endParaRPr lang="hu-HU" sz="2800" u="sng" dirty="0"/>
          </a:p>
          <a:p>
            <a:pPr>
              <a:buFontTx/>
              <a:buChar char="-"/>
            </a:pPr>
            <a:r>
              <a:rPr lang="hu-HU" sz="2800" u="sng" dirty="0" err="1"/>
              <a:t>Auto</a:t>
            </a:r>
            <a:r>
              <a:rPr lang="hu-HU" sz="2800" u="sng" dirty="0"/>
              <a:t> index kikapcsolás:</a:t>
            </a:r>
          </a:p>
          <a:p>
            <a:pPr lvl="1">
              <a:buFontTx/>
              <a:buChar char="-"/>
            </a:pPr>
            <a:r>
              <a:rPr lang="hu-HU" sz="2400" dirty="0"/>
              <a:t>CAN hálózatról érkező kormányszögadatok</a:t>
            </a:r>
          </a:p>
          <a:p>
            <a:pPr lvl="1">
              <a:buFontTx/>
              <a:buChar char="-"/>
            </a:pPr>
            <a:r>
              <a:rPr lang="hu-HU" sz="2400" dirty="0"/>
              <a:t>kormány egyenes állás </a:t>
            </a:r>
            <a:r>
              <a:rPr lang="hu-HU" sz="2400" dirty="0">
                <a:sym typeface="Wingdings" panose="05000000000000000000" pitchFamily="2" charset="2"/>
              </a:rPr>
              <a:t></a:t>
            </a:r>
            <a:r>
              <a:rPr lang="hu-HU" sz="2400" dirty="0"/>
              <a:t> kikapcsol az index</a:t>
            </a:r>
          </a:p>
          <a:p>
            <a:pPr>
              <a:buFontTx/>
              <a:buChar char="-"/>
            </a:pPr>
            <a:r>
              <a:rPr lang="hu-HU" sz="2800" u="sng" dirty="0"/>
              <a:t>Ütközés érzékelése:</a:t>
            </a:r>
          </a:p>
          <a:p>
            <a:pPr lvl="1">
              <a:buFontTx/>
              <a:buChar char="-"/>
            </a:pPr>
            <a:r>
              <a:rPr lang="hu-HU" sz="2400" dirty="0"/>
              <a:t>Sebesség </a:t>
            </a:r>
            <a:r>
              <a:rPr lang="hu-HU" sz="2400" dirty="0">
                <a:sym typeface="Wingdings" panose="05000000000000000000" pitchFamily="2" charset="2"/>
              </a:rPr>
              <a:t> gyorsulás</a:t>
            </a:r>
            <a:endParaRPr lang="hu-HU" sz="2400" dirty="0"/>
          </a:p>
          <a:p>
            <a:pPr>
              <a:buFontTx/>
              <a:buChar char="-"/>
            </a:pPr>
            <a:r>
              <a:rPr lang="hu-HU" sz="2800" u="sng" dirty="0"/>
              <a:t>Küldés</a:t>
            </a:r>
            <a:r>
              <a:rPr lang="hu-HU" sz="2800" dirty="0"/>
              <a:t>: indexek, vészvillogó, </a:t>
            </a:r>
            <a:br>
              <a:rPr lang="hu-HU" sz="2800" dirty="0"/>
            </a:br>
            <a:r>
              <a:rPr lang="hu-HU" sz="2800" dirty="0" err="1"/>
              <a:t>auto</a:t>
            </a:r>
            <a:r>
              <a:rPr lang="hu-HU" sz="2800" dirty="0"/>
              <a:t> vészvillogó, cnt4bit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1D7CCD4-00B7-DF24-4A73-604F58B25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4830581"/>
            <a:ext cx="6012874" cy="187405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B732D14-CF78-1DA2-F713-D5B7E5F5A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0"/>
            <a:ext cx="6012873" cy="213300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6A58D80-97B0-A1F8-D90D-4D476E94A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302196"/>
            <a:ext cx="5991788" cy="225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EEE08E-146C-44EA-AEFB-011A7DF9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Felmerülő problémák és megoldások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874D265-02AD-41B8-971C-17B2DBA49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/>
          <a:lstStyle/>
          <a:p>
            <a:pPr>
              <a:buFontTx/>
              <a:buChar char="-"/>
            </a:pPr>
            <a:r>
              <a:rPr lang="hu-HU" sz="3200" dirty="0"/>
              <a:t>futóindex: LED-ek tartása, pontos időzítés</a:t>
            </a:r>
          </a:p>
          <a:p>
            <a:pPr>
              <a:buFontTx/>
              <a:buChar char="-"/>
            </a:pPr>
            <a:r>
              <a:rPr lang="hu-HU" sz="3200" dirty="0"/>
              <a:t>vészvillogó elsőbbsége</a:t>
            </a:r>
          </a:p>
          <a:p>
            <a:pPr>
              <a:buFontTx/>
              <a:buChar char="-"/>
            </a:pPr>
            <a:r>
              <a:rPr lang="hu-HU" sz="3200" dirty="0" err="1"/>
              <a:t>detect</a:t>
            </a:r>
            <a:r>
              <a:rPr lang="hu-HU" sz="3200" dirty="0"/>
              <a:t> </a:t>
            </a:r>
            <a:r>
              <a:rPr lang="hu-HU" sz="3200" dirty="0" err="1"/>
              <a:t>crash</a:t>
            </a:r>
            <a:r>
              <a:rPr lang="hu-HU" sz="3200" dirty="0"/>
              <a:t> logika</a:t>
            </a:r>
          </a:p>
          <a:p>
            <a:pPr>
              <a:buFontTx/>
              <a:buChar char="-"/>
            </a:pPr>
            <a:r>
              <a:rPr lang="hu-HU" sz="3200" dirty="0"/>
              <a:t>CAN</a:t>
            </a:r>
          </a:p>
          <a:p>
            <a:pPr>
              <a:buFontTx/>
              <a:buChar char="-"/>
            </a:pPr>
            <a:r>
              <a:rPr lang="hu-HU" sz="3200" dirty="0" err="1"/>
              <a:t>Github</a:t>
            </a:r>
            <a:endParaRPr lang="hu-HU" sz="3200" dirty="0"/>
          </a:p>
          <a:p>
            <a:pPr>
              <a:buFontTx/>
              <a:buChar char="-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12405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370</TotalTime>
  <Words>130</Words>
  <Application>Microsoft Office PowerPoint</Application>
  <PresentationFormat>Szélesvásznú</PresentationFormat>
  <Paragraphs>30</Paragraphs>
  <Slides>7</Slides>
  <Notes>0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Tw Cen MT</vt:lpstr>
      <vt:lpstr>Wingdings</vt:lpstr>
      <vt:lpstr>Áramkör</vt:lpstr>
      <vt:lpstr>Irányjelző Vezérlőegység gombokkal szimulálva</vt:lpstr>
      <vt:lpstr>PowerPoint-bemutató</vt:lpstr>
      <vt:lpstr>Szoftver felépítése</vt:lpstr>
      <vt:lpstr>irányjelző</vt:lpstr>
      <vt:lpstr>Vészvillogó</vt:lpstr>
      <vt:lpstr>CAN</vt:lpstr>
      <vt:lpstr>Felmerülő problémák és megoldások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Klara</dc:creator>
  <cp:lastModifiedBy>Dávid Borbiró</cp:lastModifiedBy>
  <cp:revision>25</cp:revision>
  <dcterms:created xsi:type="dcterms:W3CDTF">2025-12-11T08:46:09Z</dcterms:created>
  <dcterms:modified xsi:type="dcterms:W3CDTF">2025-12-11T15:00:54Z</dcterms:modified>
</cp:coreProperties>
</file>